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brief. State your name, your company, and your one-sentence value proposition. 'Hi, I'm Femi, and KindRide is unlocking the 35% of daily urban vehicle capacity that currently travels empty, without charging passengers a dime.'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spend too long here. VCs know Uber is expensive. Focus on the '35% of urban capacity travels empty' stat. That is the wasted resource you are going to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'Aha!' moment. Emphasize that KindRide doesn't create trips; it reveals them. The driver was going there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VCs love to see that a solo founder understands UX. Mention that the app feels like a $100M company built it. Call out the Multi-Leg feature—it proves you are solving complex routing problems, not just cloning Uber.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worry about liability. This slide proves you are mitigating risk better than the incumbents. Mention the 72-hour ephemeral recording—it balances safety perfectly with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humans are wired for status and altruism. Points act as a 'social credit score' that drivers can be proud of in their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this with extreme confidence. This is the most important slide for a VC. Launching city-wide is too expensive. Launching at a specific university requires almost zero marketing spend because the community is already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clear: 'We do not take a 40% cut of a driver's wage like Uber. We monetize the infrastructure and the community access.'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over-explain the numbers. Just show that the market is massive, and capturing even a tiny fraction of daily commuters yields a billion-dollar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'Waze tried carpooling, but it was rigid and scheduled. Uber is transactional and expensive. We are the only platform offering ad-hoc, real-time, multi-leg, community-verified transit.'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Brag about yourself here. VCs invest in founders first. Tell them: 'Because I built this myself, I have an execution speed that a team of 5 engineers at a standard startup couldn't match.'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strong closing statement. 'KindRide isn't just a better ride-hailing app. It is a trust infrastructure for human mobility. I'd love to partner with you to build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KindRide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Ride-sharing built on community, trust, and zero detour.</a:t>
            </a:r>
          </a:p>
          <a:p/>
          <a:p>
            <a:r>
              <a:t>Oluwafemi Adebayo, Founder &amp; CEO | Seeking Seed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current mobility model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Prohibitively Expensive: Uber/Lyft surge pricing locks low-income and daily commuters out of reliable transport.</a:t>
            </a:r>
          </a:p>
          <a:p>
            <a:pPr/>
            <a:r>
              <a:t>Environmental Waste: Ride-hail deadheading means 40% of miles are driven empty. 35% of daily urban vehicle capacity travels completely empty.</a:t>
            </a:r>
          </a:p>
          <a:p>
            <a:pPr/>
            <a:r>
              <a:t>Broken Trust: Existing platforms commoditize human connection. Safety incidents have eroded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Revealing trips that are already happening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Zero-Detour Algorithm: We match passengers with drivers ALREADY traveling in their exact direction.</a:t>
            </a:r>
          </a:p>
          <a:p>
            <a:pPr/>
            <a:r>
              <a:t>Zero Fare: Because the marginal cost to the driver is zero, the ride is free.</a:t>
            </a:r>
          </a:p>
          <a:p>
            <a:pPr/>
            <a:r>
              <a:t>The Currency is Kindness: Drivers are compensated in 'Kind Points' (social capital) and voluntary tips, rather than extracted wages.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frictionless, premium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Matching: Ranks drivers by Proximity, Heading Alignment, and Urgency.</a:t>
            </a:r>
          </a:p>
          <a:p>
            <a:pPr/>
            <a:r>
              <a:t>Multi-Leg Handoffs: If no single driver is going the full distance, the system intelligently chains trips.</a:t>
            </a:r>
          </a:p>
          <a:p>
            <a:pPr/>
            <a:r>
              <a:t>UX Polish: Shimmer loading, haptic feedback, 'vibe' selectors (silent vs. chatty), and live GPS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isn't an afterthought; it's our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Verified Identity: Mandatory Stripe KYC Identity verification for drivers.</a:t>
            </a:r>
          </a:p>
          <a:p>
            <a:pPr/>
            <a:r>
              <a:t>In-App Trip Recording: Audio/telemetry is recorded locally and auto-deleted after 72 hours unless flagged.</a:t>
            </a:r>
          </a:p>
          <a:p>
            <a:pPr/>
            <a:r>
              <a:t>Live SOS &amp; Tracking: One-tap emergency alerts and shareable live-tracking links.</a:t>
            </a:r>
          </a:p>
          <a:p>
            <a:pPr/>
            <a:r>
              <a:t>Zero-Knowledge Route Commitments: Cryptographic proof that drivers stayed on the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'Kind Points'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Earning: Drivers earn a base of 10 points + 1 point per mile + streaks + 5-star bonuses.</a:t>
            </a:r>
          </a:p>
          <a:p>
            <a:pPr/>
            <a:r>
              <a:t>Real Impact: Translating metrics to impact: '150 points = ~15 people helped.'</a:t>
            </a:r>
          </a:p>
          <a:p>
            <a:pPr/>
            <a:r>
              <a:t>Redemptions: Points can be donated to local shelters, unlock profile badges, or be used to 'Pay It Forward.'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'Walled Garden' Strategy: Community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City-wide launches fail due to low liquidity (chicken-and-egg).</a:t>
            </a:r>
          </a:p>
          <a:p>
            <a:pPr/>
            <a:r>
              <a:t>Our Solution: We launch inside B2B Community Hubs (Universities, Hospitals, Corporate Campuses).</a:t>
            </a:r>
          </a:p>
          <a:p>
            <a:pPr/>
            <a:r>
              <a:t>How it works: Users auto-join via their .edu or .org email. This creates dense, high-trust micro-networks with captive supply and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Monetization Levers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B2B Hub Subscriptions (Primary): Institutions pay a monthly SaaS fee to maintain private, verified commuter networks.</a:t>
            </a:r>
          </a:p>
          <a:p>
            <a:pPr/>
            <a:r>
              <a:t>Voluntary Tipping &amp; Premium: Stripe-powered passenger tipping (we take standard processing margins). Optional 'Safety Premium' tiers.</a:t>
            </a:r>
          </a:p>
          <a:p>
            <a:pPr/>
            <a:r>
              <a:t>Kind Points Marketplace &amp; Data: Local businesses sponsor Point redemptions; anonymized mobility data sold to urban planners.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massive market, ripe for a new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(Total Addressable Market): $285B Global Ride-Hail Market.</a:t>
            </a:r>
          </a:p>
          <a:p>
            <a:pPr/>
            <a:r>
              <a:t>SAM (Serviceable Market): $42B Community &amp; Commuter ride-sharing (US/UK).</a:t>
            </a:r>
          </a:p>
          <a:p>
            <a:pPr/>
            <a:r>
              <a:t>SOM (Serviceable Obtainable Market): $1.2B (Year 5 capture via Campus + Metro Corridors).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KindRide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Waze Carpool: Rigid and scheduled (Discontinued).</a:t>
            </a:r>
          </a:p>
          <a:p>
            <a:pPr/>
            <a:r>
              <a:t>Uber/Lyft: Transactional, expensive, 40% driver take-rate.</a:t>
            </a:r>
          </a:p>
          <a:p>
            <a:pPr/>
            <a:r>
              <a:t>KindRide: Ad-hoc, real-time, multi-leg, community-verified transit.</a:t>
            </a:r>
          </a:p>
          <a:p>
            <a:pPr/>
            <a:r>
              <a:t>Key Moats: Zero-Detour Algorithm, Community Hub Walled Gardens, Zero Cost to Passenger.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by a solo technical powerhouse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Oluwafemi Adebayo – Founder &amp; CEO</a:t>
            </a:r>
          </a:p>
          <a:p>
            <a:pPr/>
            <a:r>
              <a:t>Built the entire KindRide platform end-to-end (React Native, Python/FastAPI, Supabase, PostGIS).</a:t>
            </a:r>
          </a:p>
          <a:p>
            <a:pPr/>
            <a:r>
              <a:t>AWS Certified, deep expertise in scalable cloud architecture.</a:t>
            </a:r>
          </a:p>
          <a:p>
            <a:pPr/>
            <a:r>
              <a:t>The Founder Advantage: Zero agency fees, zero technical debt, 100% IP ownership.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Raising $750,000 Seed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Runway: 18–24 months.</a:t>
            </a:r>
          </a:p>
          <a:p>
            <a:pPr/>
            <a:r>
              <a:t>Goals for this round:</a:t>
            </a:r>
          </a:p>
          <a:p>
            <a:pPr/>
            <a:r>
              <a:t>  • Launch 6 Pilot Hubs (Universities/Hospitals).</a:t>
            </a:r>
          </a:p>
          <a:p>
            <a:pPr/>
            <a:r>
              <a:t>  • Reach 2,400 MAU and 8,000 monthly rides.</a:t>
            </a:r>
          </a:p>
          <a:p>
            <a:pPr/>
            <a:r>
              <a:t>  • Achieve $1M ARR run-rate to unlock Series A.</a:t>
            </a:r>
          </a:p>
          <a:p>
            <a:pPr/>
            <a:r>
              <a:t>Use of Funds: 35% Eng/Product, 25% Hub Acquisition, 15% Safety/Legal, 15% Ops, 10% Reserve.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